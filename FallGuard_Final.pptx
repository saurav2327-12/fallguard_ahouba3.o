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3226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karnuttam.github.io/FallGuard_Ahouba3.O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FALLGUARD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4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CHAPTER: REVELATION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0"/>
            <a:ext cx="96012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06908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12064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7220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2376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705088" y="54864"/>
            <a:ext cx="393192" cy="393192"/>
          </a:xfrm>
          <a:prstGeom prst="ellipse">
            <a:avLst/>
          </a:prstGeom>
          <a:solidFill>
            <a:srgbClr val="0A0A0A"/>
          </a:solidFill>
          <a:ln w="19050">
            <a:solidFill>
              <a:srgbClr val="E8490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705088" y="54864"/>
            <a:ext cx="393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90A"/>
                </a:solidFill>
              </a:rPr>
              <a:t>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749808"/>
            <a:ext cx="6400800" cy="4297680"/>
          </a:xfrm>
          <a:prstGeom prst="rect">
            <a:avLst/>
          </a:prstGeom>
          <a:solidFill>
            <a:srgbClr val="E8E8E8"/>
          </a:solidFill>
          <a:ln w="10160">
            <a:solidFill>
              <a:srgbClr val="BBBBBB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685800"/>
            <a:ext cx="6400800" cy="64008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7498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ID: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651760" y="7498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2026-FG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554480" y="932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CLASSIFIED // LEVEL 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63040" y="111556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FallGuard</a:t>
            </a:r>
            <a:endParaRPr lang="en-US" sz="6400" dirty="0"/>
          </a:p>
        </p:txBody>
      </p:sp>
      <p:sp>
        <p:nvSpPr>
          <p:cNvPr id="21" name="Shape 19"/>
          <p:cNvSpPr/>
          <p:nvPr/>
        </p:nvSpPr>
        <p:spPr>
          <a:xfrm>
            <a:off x="1554480" y="2176272"/>
            <a:ext cx="118872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21762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IIIT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34640" y="217627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90A"/>
                </a:solidFill>
              </a:rPr>
              <a:t>覚醒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21762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INITIATE SEQUENCE FOR THE ULTIMATE FALL DETECTION SYSTEM.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554480" y="2578608"/>
            <a:ext cx="1920240" cy="438912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25786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INITIALIZE 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54480" y="32186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54480" y="3639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63240" y="32186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1,428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063240" y="3639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32186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572000" y="3639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80760" y="32186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080760" y="3639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40880" y="713232"/>
            <a:ext cx="868680" cy="77724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CC220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7040880" y="713232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S-RANK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ONLY</a:t>
            </a:r>
            <a:endParaRPr lang="en-US" sz="9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363213-BDB6-0862-10C3-8A53F5319E0F}"/>
              </a:ext>
            </a:extLst>
          </p:cNvPr>
          <p:cNvSpPr txBox="1"/>
          <p:nvPr/>
        </p:nvSpPr>
        <p:spPr>
          <a:xfrm>
            <a:off x="1832317" y="3858768"/>
            <a:ext cx="52964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Team: 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Impact Innovators</a:t>
            </a:r>
            <a:b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FC1B05-EBE1-0DA0-8812-BBF02C9EC566}"/>
              </a:ext>
            </a:extLst>
          </p:cNvPr>
          <p:cNvSpPr txBox="1"/>
          <p:nvPr/>
        </p:nvSpPr>
        <p:spPr>
          <a:xfrm>
            <a:off x="4171072" y="3858768"/>
            <a:ext cx="35485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Team Members Name:</a:t>
            </a:r>
            <a:br>
              <a:rPr lang="en-US" sz="14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1.Rishabh Pandey</a:t>
            </a:r>
            <a:b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2.Uttam Kumar Singh</a:t>
            </a:r>
            <a:b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3.Saurav Yadav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FALLGUARD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4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CHAPTER: REVELATION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0"/>
            <a:ext cx="96012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06908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12064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7220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2376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705088" y="54864"/>
            <a:ext cx="393192" cy="393192"/>
          </a:xfrm>
          <a:prstGeom prst="ellipse">
            <a:avLst/>
          </a:prstGeom>
          <a:solidFill>
            <a:srgbClr val="0A0A0A"/>
          </a:solidFill>
          <a:ln w="19050">
            <a:solidFill>
              <a:srgbClr val="E8490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705088" y="54864"/>
            <a:ext cx="393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90A"/>
                </a:solidFill>
              </a:rPr>
              <a:t>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5669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 </a:t>
            </a:r>
            <a:r>
              <a:rPr lang="en-US" sz="40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STATEMENT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57200" y="1143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REVELATION // NODE 02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1417320"/>
            <a:ext cx="54864" cy="32461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444752"/>
            <a:ext cx="804672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Visually impaired individuals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face a heightened risk of falls due to limited environmental awareness, and delayed assistance after such incidents can lead to </a:t>
            </a:r>
            <a:r>
              <a:rPr lang="en-US" sz="1200" b="1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severe consequences.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There is a need for an intelligent, </a:t>
            </a:r>
            <a:r>
              <a:rPr lang="en-US" sz="1200" b="1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smartphone-based fall detection system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that leverages built-in IMU sensors (accelerometer and gyroscope) to continuously monitor motion, accurately detect fall events, and </a:t>
            </a:r>
            <a:r>
              <a:rPr lang="en-US" sz="1200" b="1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automatically trigger an SOS alert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with real-time location to pre-configured contacts. The solution must prioritize accessibility through </a:t>
            </a:r>
            <a:r>
              <a:rPr lang="en-US" sz="1200" b="1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 feedback, haptic alerts, and minimal user interaction,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ensuring that even in critical situations, visually impaired users can receive immediate assistance, thereby improving their </a:t>
            </a:r>
            <a:r>
              <a:rPr lang="en-US" sz="1200" b="1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safety, independence, and confidence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daily life.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FALLGUARD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E84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CHAPTER: REVELATION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1752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023360" y="0"/>
            <a:ext cx="96012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12064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7220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2376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705088" y="54864"/>
            <a:ext cx="393192" cy="393192"/>
          </a:xfrm>
          <a:prstGeom prst="ellipse">
            <a:avLst/>
          </a:prstGeom>
          <a:solidFill>
            <a:srgbClr val="0A0A0A"/>
          </a:solidFill>
          <a:ln w="19050">
            <a:solidFill>
              <a:srgbClr val="E8490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705088" y="54864"/>
            <a:ext cx="393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90A"/>
                </a:solidFill>
              </a:rPr>
              <a:t>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5669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4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概要  ——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669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 </a:t>
            </a:r>
            <a:r>
              <a:rPr lang="en-US" sz="46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FALLGUARD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457200" y="1252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REVELATION // NODE 03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1572768"/>
            <a:ext cx="54864" cy="292608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60020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FallGuard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the AI-powered fall detection system of </a:t>
            </a:r>
            <a:r>
              <a:rPr lang="en-US" sz="1300" b="1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IIIT Manipur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built by its students. The system uses mobile phone sensors to detect falls in real time, classify activity using a </a:t>
            </a:r>
            <a:r>
              <a:rPr lang="en-US" sz="1300" b="1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Forest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ML model trained on 1,428 samples across 13 activity types, and immediately triggers a </a:t>
            </a:r>
            <a:r>
              <a:rPr lang="en-US" sz="1300" b="1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voice-guided SOS countdown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with GPS location sent via Twilio SMS. No wearable required — just your phone.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FALLGUARD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4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CHAPTER: REVELATION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06908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074920" y="0"/>
            <a:ext cx="96012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7220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2376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705088" y="54864"/>
            <a:ext cx="393192" cy="393192"/>
          </a:xfrm>
          <a:prstGeom prst="ellipse">
            <a:avLst/>
          </a:prstGeom>
          <a:solidFill>
            <a:srgbClr val="0A0A0A"/>
          </a:solidFill>
          <a:ln w="19050">
            <a:solidFill>
              <a:srgbClr val="E8490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705088" y="54864"/>
            <a:ext cx="393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90A"/>
                </a:solidFill>
              </a:rPr>
              <a:t>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5669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3703320" y="566928"/>
            <a:ext cx="5029200" cy="6400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5669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57200" y="1252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REVELATION // NODE 04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1572768"/>
            <a:ext cx="2011680" cy="306324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572768"/>
            <a:ext cx="2011680" cy="54864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1719072"/>
            <a:ext cx="731520" cy="45720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17190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" y="22677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2697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 accelerometer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gyroscope sensors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 raw motion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2907792"/>
            <a:ext cx="155448" cy="73152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2834640"/>
            <a:ext cx="155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490A"/>
                </a:solidFill>
              </a:rPr>
              <a:t>▶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41448" y="1572768"/>
            <a:ext cx="2011680" cy="306324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41448" y="1572768"/>
            <a:ext cx="2011680" cy="54864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81528" y="1719072"/>
            <a:ext cx="731520" cy="45720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81528" y="17190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441448" y="22677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532888" y="2697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Forest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identifies 1 of 13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 types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53128" y="2907792"/>
            <a:ext cx="155448" cy="73152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53128" y="2834640"/>
            <a:ext cx="155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490A"/>
                </a:solidFill>
              </a:rPr>
              <a:t>▶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08576" y="1572768"/>
            <a:ext cx="2011680" cy="306324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08576" y="1572768"/>
            <a:ext cx="2011680" cy="54864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48656" y="1719072"/>
            <a:ext cx="731520" cy="45720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48656" y="17190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08576" y="22677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00016" y="2697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confirmed twice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Voice: Are you okay?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10s countdown starts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20256" y="2907792"/>
            <a:ext cx="155448" cy="73152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0256" y="2834640"/>
            <a:ext cx="155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490A"/>
                </a:solidFill>
              </a:rPr>
              <a:t>▶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775704" y="1572768"/>
            <a:ext cx="2011680" cy="306324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75704" y="1572768"/>
            <a:ext cx="2011680" cy="54864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15784" y="1719072"/>
            <a:ext cx="731520" cy="45720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15784" y="17190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75704" y="22677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NOTIFY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67144" y="2697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Twilio SMS sent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Google Maps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 location link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FALLGUARD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4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CHAPTER: REVELATION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06908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074920" y="0"/>
            <a:ext cx="96012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7220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2376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705088" y="54864"/>
            <a:ext cx="393192" cy="393192"/>
          </a:xfrm>
          <a:prstGeom prst="ellipse">
            <a:avLst/>
          </a:prstGeom>
          <a:solidFill>
            <a:srgbClr val="0A0A0A"/>
          </a:solidFill>
          <a:ln w="19050">
            <a:solidFill>
              <a:srgbClr val="E8490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705088" y="54864"/>
            <a:ext cx="393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90A"/>
                </a:solidFill>
              </a:rPr>
              <a:t>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53035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7200" y="95097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RANDOM FOREST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57200" y="1371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REVELATION // NODE 05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1627632"/>
            <a:ext cx="4023360" cy="301752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627632"/>
            <a:ext cx="4023360" cy="54864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691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SPECIFICATIONS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103120"/>
            <a:ext cx="4023360" cy="429768"/>
          </a:xfrm>
          <a:prstGeom prst="rect">
            <a:avLst/>
          </a:prstGeom>
          <a:solidFill>
            <a:srgbClr val="1E1E1E"/>
          </a:solidFill>
          <a:ln w="381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10312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40280" y="210312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523744"/>
            <a:ext cx="4023360" cy="42976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52374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Estimators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40280" y="2523744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trees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944368"/>
            <a:ext cx="4023360" cy="429768"/>
          </a:xfrm>
          <a:prstGeom prst="rect">
            <a:avLst/>
          </a:prstGeom>
          <a:solidFill>
            <a:srgbClr val="1E1E1E"/>
          </a:solidFill>
          <a:ln w="381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44368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40280" y="2944368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1,428 samples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364992"/>
            <a:ext cx="4023360" cy="42976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364992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40280" y="3364992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activities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785616"/>
            <a:ext cx="4023360" cy="429768"/>
          </a:xfrm>
          <a:prstGeom prst="rect">
            <a:avLst/>
          </a:prstGeom>
          <a:solidFill>
            <a:srgbClr val="1E1E1E"/>
          </a:solidFill>
          <a:ln w="381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785616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40280" y="3785616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sensor stats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206240"/>
            <a:ext cx="4023360" cy="429768"/>
          </a:xfrm>
          <a:prstGeom prst="rect">
            <a:avLst/>
          </a:prstGeom>
          <a:solidFill>
            <a:srgbClr val="1C1C1C"/>
          </a:solidFill>
          <a:ln w="381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20624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40280" y="420624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 / 20%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1627632"/>
            <a:ext cx="4297680" cy="301752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1627632"/>
            <a:ext cx="4297680" cy="54864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16916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COMPUTED FEATURES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2121408"/>
            <a:ext cx="2011680" cy="402336"/>
          </a:xfrm>
          <a:prstGeom prst="rect">
            <a:avLst/>
          </a:prstGeom>
          <a:solidFill>
            <a:srgbClr val="1E1E1E"/>
          </a:solidFill>
          <a:ln w="10160">
            <a:solidFill>
              <a:srgbClr val="E849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1214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acc_max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63440" y="2596896"/>
            <a:ext cx="2011680" cy="402336"/>
          </a:xfrm>
          <a:prstGeom prst="rect">
            <a:avLst/>
          </a:prstGeom>
          <a:solidFill>
            <a:srgbClr val="1E1E1E"/>
          </a:solidFill>
          <a:ln w="10160">
            <a:solidFill>
              <a:srgbClr val="E849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59689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gyro_max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63440" y="3072384"/>
            <a:ext cx="2011680" cy="402336"/>
          </a:xfrm>
          <a:prstGeom prst="rect">
            <a:avLst/>
          </a:prstGeom>
          <a:solidFill>
            <a:srgbClr val="1E1E1E"/>
          </a:solidFill>
          <a:ln w="10160">
            <a:solidFill>
              <a:srgbClr val="E849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07238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lin_max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63440" y="3547872"/>
            <a:ext cx="2011680" cy="402336"/>
          </a:xfrm>
          <a:prstGeom prst="rect">
            <a:avLst/>
          </a:prstGeom>
          <a:solidFill>
            <a:srgbClr val="1E1E1E"/>
          </a:solidFill>
          <a:ln w="10160">
            <a:solidFill>
              <a:srgbClr val="E8490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54787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acc_kurtosis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663440" y="4023360"/>
            <a:ext cx="2011680" cy="402336"/>
          </a:xfrm>
          <a:prstGeom prst="rect">
            <a:avLst/>
          </a:prstGeom>
          <a:solidFill>
            <a:srgbClr val="1E1E1E"/>
          </a:solidFill>
          <a:ln w="10160">
            <a:solidFill>
              <a:srgbClr val="E849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02336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gyro_kurtosis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12280" y="2121408"/>
            <a:ext cx="2011680" cy="402336"/>
          </a:xfrm>
          <a:prstGeom prst="rect">
            <a:avLst/>
          </a:prstGeom>
          <a:solidFill>
            <a:srgbClr val="1E1E1E"/>
          </a:solidFill>
          <a:ln w="10160">
            <a:solidFill>
              <a:srgbClr val="E8490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12280" y="21214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acc_skewness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812280" y="2596896"/>
            <a:ext cx="2011680" cy="402336"/>
          </a:xfrm>
          <a:prstGeom prst="rect">
            <a:avLst/>
          </a:prstGeom>
          <a:solidFill>
            <a:srgbClr val="1E1E1E"/>
          </a:solidFill>
          <a:ln w="10160">
            <a:solidFill>
              <a:srgbClr val="E8490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12280" y="259689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gyro_skewness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12280" y="3072384"/>
            <a:ext cx="2011680" cy="402336"/>
          </a:xfrm>
          <a:prstGeom prst="rect">
            <a:avLst/>
          </a:prstGeom>
          <a:solidFill>
            <a:srgbClr val="1E1E1E"/>
          </a:solidFill>
          <a:ln w="10160">
            <a:solidFill>
              <a:srgbClr val="E8490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12280" y="307238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post_gyro_max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12280" y="3547872"/>
            <a:ext cx="2011680" cy="402336"/>
          </a:xfrm>
          <a:prstGeom prst="rect">
            <a:avLst/>
          </a:prstGeom>
          <a:solidFill>
            <a:srgbClr val="1E1E1E"/>
          </a:solidFill>
          <a:ln w="10160">
            <a:solidFill>
              <a:srgbClr val="E8490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12280" y="354787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post_lin_max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FALLGUARD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4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CHAPTER: REVELATION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06908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074920" y="0"/>
            <a:ext cx="96012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7220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2376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705088" y="54864"/>
            <a:ext cx="393192" cy="393192"/>
          </a:xfrm>
          <a:prstGeom prst="ellipse">
            <a:avLst/>
          </a:prstGeom>
          <a:solidFill>
            <a:srgbClr val="0A0A0A"/>
          </a:solidFill>
          <a:ln w="19050">
            <a:solidFill>
              <a:srgbClr val="E8490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705088" y="54864"/>
            <a:ext cx="393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90A"/>
                </a:solidFill>
              </a:rPr>
              <a:t>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5669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  </a:t>
            </a:r>
            <a:r>
              <a:rPr lang="en-US" sz="40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CLASSES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57200" y="1143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REVELATION // NODE 06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1389888"/>
            <a:ext cx="640080" cy="256032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3898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423160"/>
            <a:ext cx="777240" cy="256032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231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STUMBLE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777240" cy="256032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5643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143000" y="1353312"/>
            <a:ext cx="182880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143000" y="1353312"/>
            <a:ext cx="1828800" cy="457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14173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FOL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43000" y="1819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Fall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08960" y="1353312"/>
            <a:ext cx="182880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08960" y="1353312"/>
            <a:ext cx="1828800" cy="457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14173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FKL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108960" y="1819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Kneel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74920" y="1353312"/>
            <a:ext cx="182880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74920" y="1353312"/>
            <a:ext cx="1828800" cy="457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14173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SDL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074920" y="1819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 Fall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040880" y="1353312"/>
            <a:ext cx="182880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040880" y="1353312"/>
            <a:ext cx="1828800" cy="457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14173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BSC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040880" y="1819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Fall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143000" y="2395728"/>
            <a:ext cx="182880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143000" y="2395728"/>
            <a:ext cx="1828800" cy="457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45973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143000" y="28620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Stumble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143000" y="3429000"/>
            <a:ext cx="1828800" cy="621792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3429000"/>
            <a:ext cx="1828800" cy="36576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34655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43000" y="37856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108960" y="3429000"/>
            <a:ext cx="1828800" cy="621792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08960" y="3429000"/>
            <a:ext cx="1828800" cy="36576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34655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108960" y="37856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Jogging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74920" y="3429000"/>
            <a:ext cx="1828800" cy="621792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74920" y="3429000"/>
            <a:ext cx="1828800" cy="36576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4920" y="34655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STD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074920" y="37856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040880" y="3429000"/>
            <a:ext cx="1828800" cy="621792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0880" y="3429000"/>
            <a:ext cx="1828800" cy="36576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40880" y="34655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040880" y="37856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143000" y="4133088"/>
            <a:ext cx="1828800" cy="621792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43000" y="4133088"/>
            <a:ext cx="1828800" cy="36576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43000" y="4169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JUM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43000" y="44897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108960" y="4133088"/>
            <a:ext cx="1828800" cy="621792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108960" y="4133088"/>
            <a:ext cx="1828800" cy="36576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08960" y="4169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CSI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3108960" y="44897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In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074920" y="4133088"/>
            <a:ext cx="1828800" cy="621792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74920" y="4133088"/>
            <a:ext cx="1828800" cy="36576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74920" y="4169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CSO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074920" y="44897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Out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7040880" y="4133088"/>
            <a:ext cx="1828800" cy="621792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040880" y="4133088"/>
            <a:ext cx="1828800" cy="36576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40880" y="4169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040880" y="44897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FALLGUARD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4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CHAPTER: REVELATION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06908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12064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126480" y="0"/>
            <a:ext cx="96012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2376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705088" y="54864"/>
            <a:ext cx="393192" cy="393192"/>
          </a:xfrm>
          <a:prstGeom prst="ellipse">
            <a:avLst/>
          </a:prstGeom>
          <a:solidFill>
            <a:srgbClr val="0A0A0A"/>
          </a:solidFill>
          <a:ln w="19050">
            <a:solidFill>
              <a:srgbClr val="E8490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705088" y="54864"/>
            <a:ext cx="393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90A"/>
                </a:solidFill>
              </a:rPr>
              <a:t>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5669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SOS  </a:t>
            </a:r>
            <a:r>
              <a:rPr lang="en-US" sz="44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57200" y="1143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REVELATION // NODE 07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1417320"/>
            <a:ext cx="8595360" cy="96012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417320"/>
            <a:ext cx="8595360" cy="54864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 COMMANDS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17373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AM OK" / "HAAN" / "THEEK"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60520" y="17373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Cancels SOS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1737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"HELP" / "MADAD" / "SEND"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19568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Sends SMS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0120" y="2852928"/>
            <a:ext cx="7223760" cy="457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2651760"/>
            <a:ext cx="640080" cy="640080"/>
          </a:xfrm>
          <a:prstGeom prst="ellipse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74320" y="3401568"/>
            <a:ext cx="2011680" cy="137160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401568"/>
            <a:ext cx="2011680" cy="54864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4655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395020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detections above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18104" y="2651760"/>
            <a:ext cx="640080" cy="640080"/>
          </a:xfrm>
          <a:prstGeom prst="ellipse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18104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450592" y="3401568"/>
            <a:ext cx="2011680" cy="137160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50592" y="3401568"/>
            <a:ext cx="2011680" cy="54864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50592" y="34655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42032" y="395020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speaks: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you okay?"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94376" y="2651760"/>
            <a:ext cx="640080" cy="640080"/>
          </a:xfrm>
          <a:prstGeom prst="ellipse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94376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626864" y="3401568"/>
            <a:ext cx="2011680" cy="137160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26864" y="3401568"/>
            <a:ext cx="2011680" cy="54864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26864" y="34655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COUNTDOWN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18304" y="395020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timer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by voice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70648" y="2651760"/>
            <a:ext cx="640080" cy="640080"/>
          </a:xfrm>
          <a:prstGeom prst="ellipse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70648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803136" y="3401568"/>
            <a:ext cx="2011680" cy="1371600"/>
          </a:xfrm>
          <a:prstGeom prst="rect">
            <a:avLst/>
          </a:prstGeom>
          <a:solidFill>
            <a:srgbClr val="1A1A1A"/>
          </a:solidFill>
          <a:ln w="19050">
            <a:solidFill>
              <a:srgbClr val="E84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03136" y="3401568"/>
            <a:ext cx="2011680" cy="54864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03136" y="34655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GPS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94576" y="395020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link sent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Twilio SMS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FALLGUARD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E84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CHAPTER: REVELATION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06908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074920" y="0"/>
            <a:ext cx="96012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7220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2376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705088" y="54864"/>
            <a:ext cx="393192" cy="393192"/>
          </a:xfrm>
          <a:prstGeom prst="ellipse">
            <a:avLst/>
          </a:prstGeom>
          <a:solidFill>
            <a:srgbClr val="0A0A0A"/>
          </a:solidFill>
          <a:ln w="19050">
            <a:solidFill>
              <a:srgbClr val="E8490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705088" y="54864"/>
            <a:ext cx="393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90A"/>
                </a:solidFill>
              </a:rPr>
              <a:t>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5486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5000" dirty="0"/>
          </a:p>
        </p:txBody>
      </p:sp>
      <p:sp>
        <p:nvSpPr>
          <p:cNvPr id="16" name="Shape 14"/>
          <p:cNvSpPr/>
          <p:nvPr/>
        </p:nvSpPr>
        <p:spPr>
          <a:xfrm>
            <a:off x="457200" y="1261872"/>
            <a:ext cx="82296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135331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1664208"/>
            <a:ext cx="54864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0" y="1664208"/>
            <a:ext cx="5486400" cy="54864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172821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2093976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HTML5 + CSS3 + JS   ·   DeviceMotionEvent API   ·Web Speech API   ·   Geolocation API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0" y="28803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8803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182112"/>
            <a:ext cx="393192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182112"/>
            <a:ext cx="3931920" cy="54864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2461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4320" y="359359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Flask  ·  scikit-learn  ·  joblib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Flask-CORS  ·  Cloudflare Tunnel  ·  Google Colab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937760" y="3182112"/>
            <a:ext cx="393192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3182112"/>
            <a:ext cx="3931920" cy="54864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2461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37760" y="359359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Twilio SMS  ·  Google Maps GPS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Pages  ·  Cloudflare Tunnel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FALLGUARD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150" dirty="0">
                <a:solidFill>
                  <a:srgbClr val="E84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CHAPTER: REVELATION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971800" y="0"/>
            <a:ext cx="960120" cy="502920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06908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12064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7220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23760" y="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705088" y="54864"/>
            <a:ext cx="393192" cy="393192"/>
          </a:xfrm>
          <a:prstGeom prst="ellipse">
            <a:avLst/>
          </a:prstGeom>
          <a:solidFill>
            <a:srgbClr val="0A0A0A"/>
          </a:solidFill>
          <a:ln w="19050">
            <a:solidFill>
              <a:srgbClr val="E8490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705088" y="54864"/>
            <a:ext cx="393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90A"/>
                </a:solidFill>
              </a:rPr>
              <a:t>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621792"/>
            <a:ext cx="6949440" cy="4087368"/>
          </a:xfrm>
          <a:prstGeom prst="rect">
            <a:avLst/>
          </a:prstGeom>
          <a:solidFill>
            <a:srgbClr val="E8E8E8"/>
          </a:solidFill>
          <a:ln w="10160">
            <a:solidFill>
              <a:srgbClr val="BBBBBB"/>
            </a:solidFill>
            <a:prstDash val="solid"/>
          </a:ln>
          <a:effectLst>
            <a:outerShdw blurRad="101600" dist="381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7280" y="621792"/>
            <a:ext cx="6949440" cy="64008"/>
          </a:xfrm>
          <a:prstGeom prst="rect">
            <a:avLst/>
          </a:prstGeom>
          <a:solidFill>
            <a:srgbClr val="E8490A"/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7680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ID:  FG-2026-COMPLETE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280160" y="9509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CLASSIFIED // MISSION COMPLETE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040880" y="713232"/>
            <a:ext cx="868680" cy="77724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CC220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040880" y="713232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S-RANK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" y="1170432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22" name="Text 20"/>
          <p:cNvSpPr/>
          <p:nvPr/>
        </p:nvSpPr>
        <p:spPr>
          <a:xfrm>
            <a:off x="1097280" y="208483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FallGuard  —  Protecting Lives with AI</a:t>
            </a:r>
            <a:endParaRPr lang="en-US" sz="1400" b="1" dirty="0"/>
          </a:p>
        </p:txBody>
      </p:sp>
      <p:sp>
        <p:nvSpPr>
          <p:cNvPr id="23" name="Text 21"/>
          <p:cNvSpPr/>
          <p:nvPr/>
        </p:nvSpPr>
        <p:spPr>
          <a:xfrm>
            <a:off x="137160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71600" y="30906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Classes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8036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1,428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880360" y="30906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8912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389120" y="30906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9788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9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897880" y="30906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0" y="3520440"/>
            <a:ext cx="3657600" cy="566928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E849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35204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hlinkClick r:id="rId3"/>
              </a:rPr>
              <a:t>https://karnuttam.github.io/FallGuard_Ahouba3.O/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AI-POWERED FALL DETECTION  ·  REAL-TIME SOS  ·  VOICE ALERTS  ·  GPS TRACKING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708</Words>
  <Application>Microsoft Office PowerPoint</Application>
  <PresentationFormat>On-screen Show (16:9)</PresentationFormat>
  <Paragraphs>253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FallGuard — Motion Intelligence System</dc:title>
  <dc:subject>PptxGenJS Presentation</dc:subject>
  <dc:creator>PptxGenJS</dc:creator>
  <cp:lastModifiedBy>Uttam Singh</cp:lastModifiedBy>
  <cp:revision>18</cp:revision>
  <dcterms:created xsi:type="dcterms:W3CDTF">2026-03-22T01:02:14Z</dcterms:created>
  <dcterms:modified xsi:type="dcterms:W3CDTF">2026-03-22T05:51:29Z</dcterms:modified>
</cp:coreProperties>
</file>